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ba0fa12c2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ba0fa12c2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a0fa12c2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ba0fa12c2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a0fa12c2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a0fa12c2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a0fa12c2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a0fa12c2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a0fa12c2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a0fa12c2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82525" y="1833025"/>
            <a:ext cx="5618100" cy="21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Resume Score Calculator: Enhancing Recruitment with AI</a:t>
            </a:r>
            <a:endParaRPr b="1"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94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Project Overview</a:t>
            </a:r>
            <a:endParaRPr b="1" sz="3094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397625" y="1307850"/>
            <a:ext cx="7312200" cy="3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73799" lvl="0" marL="457200" rtl="0" algn="l">
              <a:spcBef>
                <a:spcPts val="1500"/>
              </a:spcBef>
              <a:spcAft>
                <a:spcPts val="0"/>
              </a:spcAft>
              <a:buClr>
                <a:srgbClr val="ECECEC"/>
              </a:buClr>
              <a:buSzPct val="100000"/>
              <a:buFont typeface="Roboto"/>
              <a:buChar char="●"/>
            </a:pPr>
            <a:r>
              <a:rPr lang="en" sz="9146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Introduction to the Resume Score Calculator, a tool designed to assist in evaluating resumes against job descriptions using GPT-powered insights.</a:t>
            </a:r>
            <a:endParaRPr sz="9146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3799" lvl="0" marL="4572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ct val="100000"/>
              <a:buFont typeface="Roboto"/>
              <a:buChar char="●"/>
            </a:pPr>
            <a:r>
              <a:rPr lang="en" sz="9146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Overview of key features:</a:t>
            </a:r>
            <a:endParaRPr sz="9146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3799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ct val="100000"/>
              <a:buFont typeface="Roboto"/>
              <a:buChar char="●"/>
            </a:pPr>
            <a:r>
              <a:rPr lang="en" sz="9146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User-friendly GUI for uploading resumes and job descriptions.</a:t>
            </a:r>
            <a:endParaRPr sz="9146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3799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ct val="100000"/>
              <a:buFont typeface="Roboto"/>
              <a:buChar char="●"/>
            </a:pPr>
            <a:r>
              <a:rPr lang="en" sz="9146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Integration with OpenAI's GPT for intelligent resume scoring.</a:t>
            </a:r>
            <a:endParaRPr sz="9146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3799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ct val="100000"/>
              <a:buFont typeface="Roboto"/>
              <a:buChar char="●"/>
            </a:pPr>
            <a:r>
              <a:rPr lang="en" sz="9146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Immediate feedback on the resume's relevance to the job requirements.</a:t>
            </a:r>
            <a:endParaRPr sz="9146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094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Setup and Installation</a:t>
            </a:r>
            <a:endParaRPr b="1" sz="3094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2280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Requirements: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Python 3.6 or newer.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tkinter for the GUI (comes pre-installed with Python for Windows. For Linux, install using your package manager).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OpenAI Python package (</a:t>
            </a: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Courier New"/>
                <a:ea typeface="Courier New"/>
                <a:cs typeface="Courier New"/>
                <a:sym typeface="Courier New"/>
              </a:rPr>
              <a:t>openai</a:t>
            </a: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Installation Steps: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Ensure Python and pip are installed.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Install OpenAI package using pip: </a:t>
            </a: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Courier New"/>
                <a:ea typeface="Courier New"/>
                <a:cs typeface="Courier New"/>
                <a:sym typeface="Courier New"/>
              </a:rPr>
              <a:t>pip install openai</a:t>
            </a: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Running the Script</a:t>
            </a:r>
            <a:endParaRPr b="1" sz="265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4487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Instructions for running the script: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Open terminal or command prompt.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Navigate to the script's directory.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Run the script using Python: </a:t>
            </a:r>
            <a:r>
              <a:rPr lang="en" sz="1650">
                <a:solidFill>
                  <a:srgbClr val="ECECEC"/>
                </a:solidFill>
                <a:highlight>
                  <a:srgbClr val="212121"/>
                </a:highlight>
                <a:latin typeface="Courier New"/>
                <a:ea typeface="Courier New"/>
                <a:cs typeface="Courier New"/>
                <a:sym typeface="Courier New"/>
              </a:rPr>
              <a:t>python resume_score_calculator.py</a:t>
            </a: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User Guide: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How to upload a resume and job description using the GUI.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Initiating the scoring process with a click of a button.</a:t>
            </a:r>
            <a:endParaRPr sz="1800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27">
                <a:solidFill>
                  <a:srgbClr val="ECECEC"/>
                </a:solidFill>
                <a:highlight>
                  <a:srgbClr val="212121"/>
                </a:highlight>
                <a:latin typeface="Roboto"/>
                <a:ea typeface="Roboto"/>
                <a:cs typeface="Roboto"/>
                <a:sym typeface="Roboto"/>
              </a:rPr>
              <a:t>Understanding Output and Usage</a:t>
            </a:r>
            <a:endParaRPr b="1" sz="2427">
              <a:solidFill>
                <a:srgbClr val="ECECEC"/>
              </a:solidFill>
              <a:highlight>
                <a:srgbClr val="21212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50" y="1941075"/>
            <a:ext cx="5124799" cy="19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1949" y="1283463"/>
            <a:ext cx="3537251" cy="3289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Roboto"/>
                <a:ea typeface="Roboto"/>
                <a:cs typeface="Roboto"/>
                <a:sym typeface="Roboto"/>
              </a:rPr>
              <a:t>Thank You </a:t>
            </a:r>
            <a:endParaRPr b="1" sz="3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